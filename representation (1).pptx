
<file path=[Content_Types].xml><?xml version="1.0" encoding="utf-8"?>
<Types xmlns="http://schemas.openxmlformats.org/package/2006/content-types"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4FE4DF5-E1F9-4426-B7EB-80C486B6B998}" v="29" dt="2026-02-19T01:53:44.49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B78E9D97-1DA6-240D-20FB-83C4A9EBE3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3275" y="2752725"/>
            <a:ext cx="5505450" cy="135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0405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EFBED86-4872-84FA-3F5D-CD2DBEC1EB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4650" y="1428750"/>
            <a:ext cx="6362700" cy="400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59550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25</cp:revision>
  <dcterms:created xsi:type="dcterms:W3CDTF">2026-02-18T15:49:22Z</dcterms:created>
  <dcterms:modified xsi:type="dcterms:W3CDTF">2026-02-19T01:55:26Z</dcterms:modified>
</cp:coreProperties>
</file>